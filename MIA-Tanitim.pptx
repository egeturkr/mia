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60120"/>
            <a:ext cx="3108960" cy="6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6C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İSG Aracı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Destekli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İnşaat İş Güvenliği Platformu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Şantiye görüntülerinden gerçek zamanlı PPE (kişisel koruyucu donanım) tespiti, anlık risk uyarıları ve otomatik raporlama.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532120"/>
            <a:ext cx="105156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Tanıtımı</a:t>
            </a:r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miaissagligi.com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MIA?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İnşaat, en riskli iş kollarından biri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kazalarının büyük bölümü, kişisel koruyucu donanımın (baret, yelek, maske) eksik veya hatalı kullanımından kaynaklanır. Manuel denetim ise hem yavaş hem de süreklilikten uzaktır.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3584448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26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379476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5528" y="470916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kazalarında PPE ihlalinin payı büyüktür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606040"/>
            <a:ext cx="3584448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9260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379476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7/24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4636008" y="470916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Sürekli denetim gerektiren dinamik sahalar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83880" y="2606040"/>
            <a:ext cx="3584448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9260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76488" y="3794760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8476488" y="470916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Gözle takip yavaş, tutarsız ve maliyetli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 ne yapar?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ile otomatik denetim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MIA, şantiyeden yüklenen video ve görüntüleri yapay zekâ modeliyle kare kare analiz eder; işçilerin koruyucu donanım kullanımını otomatik tespit edip saniyeler içinde bir güvenlik değerlendirmesi üretir.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99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9110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Saniyeler içinde sonuç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223760" y="22585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Yükle, analiz et, raporu al.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2862072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08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29900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Tutarlı ve objektif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223760" y="3337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hatasından bağımsız denetim.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394106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879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Ölçülebilir güvenlik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223760" y="44165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Skor, trend ve risk takibi.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09360" y="502005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266944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51480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ve web erişimi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23760" y="5495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yerden, tarayıcıdan kullanım.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NASIL ÇALIŞIR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adımda güvenlik analizi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57860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Şantiye video veya görüntüsünü panele yükleyin.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3694176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2860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70332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578608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34290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Analiz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3703320" y="397764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her kareyi tarar, PPE kullanımını tespit eder.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694176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5080" y="22860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62940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2578608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400" y="34290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&amp; Rapor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6629400" y="397764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skoru, ihlaller ve detaylı rapor oluşur.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69417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81160" y="2286000"/>
            <a:ext cx="2670048" cy="3108960"/>
          </a:xfrm>
          <a:prstGeom prst="roundRect">
            <a:avLst>
              <a:gd name="adj" fmla="val 4110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955548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6808" y="2578608"/>
            <a:ext cx="566928" cy="56692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55480" y="34290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Bildirim</a:t>
            </a:r>
            <a:endParaRPr lang="en-US" sz="1900" dirty="0"/>
          </a:p>
        </p:txBody>
      </p:sp>
      <p:sp>
        <p:nvSpPr>
          <p:cNvPr id="26" name="Text 17"/>
          <p:cNvSpPr/>
          <p:nvPr/>
        </p:nvSpPr>
        <p:spPr>
          <a:xfrm>
            <a:off x="9555480" y="3977640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riskte otomatik e-posta uyarısı gönderilir.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PPE Tespiti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modeli, şantiye görüntülerindeki işçileri ve üzerlerindeki koruyucu donanımı kare kare tespit eder. Her tespit bir güven oranıyla işaretlenir.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Baret, yelek ve maske tespiti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Koruyucu donanımın var/yok durumu otomatik sınıflandırılır.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ve görüntü desteği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kaydını yükleyin; sistem tüm kareleri analiz eder.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 oranlı tespitler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tespit, modelin güven yüzdesiyle birlikte raporlanır.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 Analiz &amp; Skor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tamamlandığında MIA, sahanın güvenlik durumunu tek bir skora indirger ve kilit metrikleri özetler. Karar vermek için saniyeler yeterlidir.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skoru (0–100)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Uygun ve ihlalli tespitlerden hesaplanan tek bakışta durum.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tehlike &amp; yüksek risk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İhlal sayısı ve kritik eşik altındaki durumların özeti.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Ortalama güven &amp; süre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güven ortalaması ve işlenen video süresi.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Raporlama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analizler kullanıcı paneline kaydedilir. Geçmişi izleyin, grafiklerle trendleri görün ve markalı raporları dışa aktarın.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geçmişi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 tüm analizler tek panelde listelenir ve filtrelenir.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&amp; trendler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ve ihlal eğilimleri görsel grafiklerle izlenir.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JSON dışa aktarım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Markalı PDF raporu veya ham veriyi (JSON) indirin.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Paylaşılabilir Rapor Linkleri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analizi tek tıkla paylaşılabilir bir bağlantıya dönüştürün. Linke sahip herkes, giriş yapmadan raporu web üzerinden görüntüleyebilir.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Herkese açık web raporu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 veya yüklenicilerle güvenli link üzerinden paylaşım.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Gizli erişim anahtarı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Rastgele üretilen token ile yalnızca linki bilen erişir.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Linkten PDF indirme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Paylaşılan rapor sayfasından doğrudan PDF alınabilir.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E-posta Bildirimleri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MIA, beklemenize gerek kalmadan sizi bilgilendirir. Kritik durumlarda anında, rutin için ise haftalık olarak e-posta gönderir.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risk uyarısı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skoru kritik eşiğin altına düşünce anında e-posta.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 güvenlik özeti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hafta analiz sayısı, ortalama skor ve ihlal özeti.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Markalı e-posta tasarımı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 kimliğiyle, doğrulanmış alan adından gönderim.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FONKSIYON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Hesap, Güvenlik &amp; Erişim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hesapları güvenli kimlik doğrulama altyapısıyla yönetilir. Platform çok dilli ve esnek temalıdır.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783080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8236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947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 kimlik doğrulama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080760" y="2295144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Kayıt, giriş, e-posta doğrulama ve şifre sıfırlama.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3240024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393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34046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dilli arayüz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080760" y="3752088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Türkçe, İngilizce ve İspanyolca tam destek.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4696968"/>
            <a:ext cx="6583680" cy="1292352"/>
          </a:xfrm>
          <a:prstGeom prst="roundRect">
            <a:avLst>
              <a:gd name="adj" fmla="val 7075"/>
            </a:avLst>
          </a:prstGeom>
          <a:solidFill>
            <a:srgbClr val="16160F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96256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486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Koyu / açık tema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080760" y="5209032"/>
            <a:ext cx="5440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Tercihe göre arayüz, cihazda hatırlanır.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Sağlam ve ölçeklenebilir altyapı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1031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" y="27432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Modeli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" y="310896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İnşaat güvenliği için eğitilmiş PPE tespit modeli.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1031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27432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36008" y="310896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Kimlik doğrulama ve analiz veritabanı.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83880" y="1828800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76488" y="27432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Functions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476488" y="310896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Sunucusuz fonksiyonlar; API anahtarları güvende.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959352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3367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5528" y="48737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95528" y="523951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Doğrulanmış alan adından e-posta gönderimi.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43400" y="3959352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23367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6008" y="48737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Üretimi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36008" y="523951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Tarayıcıda markalı rapor oluşturma.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83880" y="3959352"/>
            <a:ext cx="3584448" cy="1874520"/>
          </a:xfrm>
          <a:prstGeom prst="roundRect">
            <a:avLst>
              <a:gd name="adj" fmla="val 5854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23367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76488" y="487375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Hafif Web Yığını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476488" y="523951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yüklenen, framework bağımsız arayüz.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Sahanıza göre ölçeklenen planlar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84448" cy="4297680"/>
          </a:xfrm>
          <a:prstGeom prst="roundRect">
            <a:avLst>
              <a:gd name="adj" fmla="val 3061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" y="28346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5528" y="3410712"/>
            <a:ext cx="299923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6301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1288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kameraya kadar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330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1288" y="407822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raporlama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63600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61288" y="45811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E-posta bildirimleri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343400" y="1783080"/>
            <a:ext cx="3584448" cy="4297680"/>
          </a:xfrm>
          <a:prstGeom prst="roundRect">
            <a:avLst>
              <a:gd name="adj" fmla="val 3061"/>
            </a:avLst>
          </a:prstGeom>
          <a:solidFill>
            <a:srgbClr val="16160F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617720" y="20391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POPÜLER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14884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6008" y="28346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C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Profesyonel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4636008" y="3410712"/>
            <a:ext cx="299923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363016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01768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kameraya kadar</a:t>
            </a:r>
            <a:endParaRPr lang="en-US" sz="13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13308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01768" y="407822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Gelişmiş analitik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4636008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01768" y="45811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e-posta uyarıları</a:t>
            </a:r>
            <a:endParaRPr lang="en-US" sz="13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4296" y="5138928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01768" y="5084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7/24 destek</a:t>
            </a:r>
            <a:endParaRPr lang="en-US" sz="1350" dirty="0"/>
          </a:p>
        </p:txBody>
      </p:sp>
      <p:sp>
        <p:nvSpPr>
          <p:cNvPr id="27" name="Shape 16"/>
          <p:cNvSpPr/>
          <p:nvPr/>
        </p:nvSpPr>
        <p:spPr>
          <a:xfrm>
            <a:off x="8183880" y="1783080"/>
            <a:ext cx="3584448" cy="4297680"/>
          </a:xfrm>
          <a:prstGeom prst="roundRect">
            <a:avLst>
              <a:gd name="adj" fmla="val 3061"/>
            </a:avLst>
          </a:prstGeom>
          <a:solidFill>
            <a:srgbClr val="1C1C1C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2148840"/>
            <a:ext cx="548640" cy="54864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476488" y="28346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Kurumsal</a:t>
            </a:r>
            <a:endParaRPr lang="en-US" sz="2200" dirty="0"/>
          </a:p>
        </p:txBody>
      </p:sp>
      <p:sp>
        <p:nvSpPr>
          <p:cNvPr id="30" name="Shape 18"/>
          <p:cNvSpPr/>
          <p:nvPr/>
        </p:nvSpPr>
        <p:spPr>
          <a:xfrm>
            <a:off x="8476488" y="3410712"/>
            <a:ext cx="299923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776" y="3630168"/>
            <a:ext cx="237744" cy="23774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842248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Sınırsız kamera</a:t>
            </a:r>
            <a:endParaRPr lang="en-US" sz="13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4776" y="4133088"/>
            <a:ext cx="237744" cy="23774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842248" y="407822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entegrasyon</a:t>
            </a:r>
            <a:endParaRPr lang="en-US" sz="13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4776" y="4636008"/>
            <a:ext cx="237744" cy="237744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8842248" y="458114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Dedike destek ekibi</a:t>
            </a:r>
            <a:endParaRPr lang="en-US" sz="13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4776" y="5138928"/>
            <a:ext cx="237744" cy="237744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8842248" y="5084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garantisi</a:t>
            </a:r>
            <a:endParaRPr lang="en-US" sz="1350" dirty="0"/>
          </a:p>
        </p:txBody>
      </p:sp>
      <p:sp>
        <p:nvSpPr>
          <p:cNvPr id="39" name="Text 23"/>
          <p:cNvSpPr/>
          <p:nvPr/>
        </p:nvSpPr>
        <p:spPr>
          <a:xfrm>
            <a:off x="50292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detayları görüşmede sahanıza göre özelleştirilebilir.</a:t>
            </a:r>
            <a:endParaRPr lang="en-US" sz="1100" dirty="0"/>
          </a:p>
        </p:txBody>
      </p:sp>
      <p:sp>
        <p:nvSpPr>
          <p:cNvPr id="40" name="Text 24"/>
          <p:cNvSpPr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Mobil İSG Aracı</a:t>
            </a:r>
            <a:endParaRPr lang="en-US" sz="900" dirty="0"/>
          </a:p>
        </p:txBody>
      </p:sp>
      <p:sp>
        <p:nvSpPr>
          <p:cNvPr id="41" name="Text 25"/>
          <p:cNvSpPr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2743200" cy="538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Şantiyenizi yapay zekâ ile güvenli hale getirin.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Birlikte bir pilot analiz çalıştıralım — kendi saha görüntünüzle MIA'yı canlı görün.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30352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miaissagligi.com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5303520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780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info@miaissagligi.com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 — Mobil İSG Aracı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 — Mobil İSG Aracı</dc:title>
  <dc:subject>PptxGenJS Presentation</dc:subject>
  <dc:creator>MIA</dc:creator>
  <cp:lastModifiedBy>MIA</cp:lastModifiedBy>
  <cp:revision>1</cp:revision>
  <dcterms:created xsi:type="dcterms:W3CDTF">2026-06-02T10:03:54Z</dcterms:created>
  <dcterms:modified xsi:type="dcterms:W3CDTF">2026-06-02T10:03:54Z</dcterms:modified>
</cp:coreProperties>
</file>